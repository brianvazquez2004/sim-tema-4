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5C40E63-A6F2-43F1-8059-C1462FDD77F6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2E21EA9-B065-461B-9AE1-8FF247033234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7391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0E63-A6F2-43F1-8059-C1462FDD77F6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1EA9-B065-461B-9AE1-8FF2470332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2595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5C40E63-A6F2-43F1-8059-C1462FDD77F6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2E21EA9-B065-461B-9AE1-8FF247033234}" type="slidenum">
              <a:rPr lang="es-MX" smtClean="0"/>
              <a:t>‹Nº›</a:t>
            </a:fld>
            <a:endParaRPr lang="es-MX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796760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0E63-A6F2-43F1-8059-C1462FDD77F6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1EA9-B065-461B-9AE1-8FF2470332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61352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0E63-A6F2-43F1-8059-C1462FDD77F6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1EA9-B065-461B-9AE1-8FF2470332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45299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0E63-A6F2-43F1-8059-C1462FDD77F6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1EA9-B065-461B-9AE1-8FF2470332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1160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0E63-A6F2-43F1-8059-C1462FDD77F6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1EA9-B065-461B-9AE1-8FF2470332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723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5C40E63-A6F2-43F1-8059-C1462FDD77F6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52E21EA9-B065-461B-9AE1-8FF247033234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04096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5C40E63-A6F2-43F1-8059-C1462FDD77F6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52E21EA9-B065-461B-9AE1-8FF2470332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834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0E63-A6F2-43F1-8059-C1462FDD77F6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1EA9-B065-461B-9AE1-8FF2470332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7814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0E63-A6F2-43F1-8059-C1462FDD77F6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21EA9-B065-461B-9AE1-8FF2470332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431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5C40E63-A6F2-43F1-8059-C1462FDD77F6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2E21EA9-B065-461B-9AE1-8FF247033234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8708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95542-1770-41C6-AFEE-335D47A819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s-MX" dirty="0"/>
            </a:br>
            <a:br>
              <a:rPr lang="es-MX" dirty="0"/>
            </a:b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2FE3C-9ED4-494A-825C-CBDB214BC419}"/>
              </a:ext>
            </a:extLst>
          </p:cNvPr>
          <p:cNvSpPr txBox="1"/>
          <p:nvPr/>
        </p:nvSpPr>
        <p:spPr>
          <a:xfrm>
            <a:off x="3143250" y="889843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Instituto Tecnológico de Frontera Comalapa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Modalidad Mixta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Materia: Simulación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Semestre: 5            		Modulo: 1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Especialidad: Ingeniería en Sistemas Computacionales.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Numero de control: 241260008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Alumno: Brian Ismael Vazquez Monzon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Docente: Francisco Javier Mingo Velázquez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Nombre del trabajo: 4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.3 Banco de Ejercicios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Frontera Comalapa, Chiapas a 02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octubre 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del 2026</a:t>
            </a:r>
          </a:p>
        </p:txBody>
      </p:sp>
      <p:pic>
        <p:nvPicPr>
          <p:cNvPr id="5" name="Picture 4" descr="Logos Oficiales – Tecnológico Nacional de México">
            <a:extLst>
              <a:ext uri="{FF2B5EF4-FFF2-40B4-BE49-F238E27FC236}">
                <a16:creationId xmlns:a16="http://schemas.microsoft.com/office/drawing/2014/main" id="{7A8E3ED9-DF2A-4BFA-BAFD-F64BFF528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1845" y="1229856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BA95FCA-A8F1-4EC6-A123-9B5120EBA4A8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" t="8280" b="-1"/>
          <a:stretch/>
        </p:blipFill>
        <p:spPr bwMode="auto">
          <a:xfrm>
            <a:off x="2954196" y="-20250"/>
            <a:ext cx="5561330" cy="6330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4" descr="Logos Oficiales – Tecnológico Nacional de México">
            <a:extLst>
              <a:ext uri="{FF2B5EF4-FFF2-40B4-BE49-F238E27FC236}">
                <a16:creationId xmlns:a16="http://schemas.microsoft.com/office/drawing/2014/main" id="{B15BB143-1546-4AE5-93C4-E550EE4A8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45" y="1382256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63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F9708-E340-4AD9-A50C-DA5447B8A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895F94-89C9-40A7-AB09-0636DEB93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este apartado del banco de ejercicios aplicamos los conocimientos de simulación para resolver problemas prácticos en temas como líneas de espera, inventarios, pruebas paramétricas y análisis de resultados. Para comparar las capacidades de distintas herramientas tecnológicas, desarrollamos cada uno de los casos en Java, Python y </a:t>
            </a:r>
            <a:r>
              <a:rPr lang="es-MX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RStudio</a:t>
            </a:r>
            <a:endParaRPr lang="es-MX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705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A8FBB-7CBE-48B3-A3BD-0A6C35F8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09E326-DE1D-432E-886F-6716EA848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Desarrollar este banco de ejercicios nos permite poner a prueba la teoría en escenarios de simulación más concretos y observar cómo varía la solución entre diferentes lenguajes. Trabajar con Java nos dio una visión más formal y estructurada del código, Python nos ofreció rapidez y simplicidad para ejecutar las funciones, y </a:t>
            </a:r>
            <a:r>
              <a:rPr lang="es-MX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RStudio</a:t>
            </a:r>
            <a:r>
              <a:rPr lang="es-MX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facilitó la parte del procesamiento estadístico.</a:t>
            </a:r>
          </a:p>
        </p:txBody>
      </p:sp>
    </p:spTree>
    <p:extLst>
      <p:ext uri="{BB962C8B-B14F-4D97-AF65-F5344CB8AC3E}">
        <p14:creationId xmlns:p14="http://schemas.microsoft.com/office/powerpoint/2010/main" val="4203261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6F54F-6B15-41B4-8C08-0292E93A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línea de esperas-java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9810518-1A94-41B9-A36C-9C81BA10A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407" y="1860504"/>
            <a:ext cx="3565090" cy="2004782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1A7D5BF-2345-4845-80D9-072A69302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553" y="1841208"/>
            <a:ext cx="3995398" cy="201960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0D71648-C0A2-47BC-8647-AD62F159C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177" y="1841208"/>
            <a:ext cx="3879416" cy="218153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6B8AF89-935C-44A3-974F-8E2595D3BC76}"/>
              </a:ext>
            </a:extLst>
          </p:cNvPr>
          <p:cNvSpPr txBox="1"/>
          <p:nvPr/>
        </p:nvSpPr>
        <p:spPr>
          <a:xfrm>
            <a:off x="950459" y="4009037"/>
            <a:ext cx="28238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Ya teniendo el proyecto creado asignamos nombres a clases y paquetes y generamos códigos.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Ya habiendo terminado el código todo se ejecuto correctamente bien sin fallos.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4724EE0-70BB-4D4F-9EED-79CC9B4BD499}"/>
              </a:ext>
            </a:extLst>
          </p:cNvPr>
          <p:cNvSpPr txBox="1"/>
          <p:nvPr/>
        </p:nvSpPr>
        <p:spPr>
          <a:xfrm>
            <a:off x="9115427" y="4022747"/>
            <a:ext cx="27717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Como ´parte final ingresamos datos como indica la  ventana y ejecutamos, muestra resultados y todo cumple correctamente bien con las expectativas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E4F225A-C431-4C7C-AB93-6F1F13BEC77F}"/>
              </a:ext>
            </a:extLst>
          </p:cNvPr>
          <p:cNvSpPr txBox="1"/>
          <p:nvPr/>
        </p:nvSpPr>
        <p:spPr>
          <a:xfrm>
            <a:off x="4471988" y="4110615"/>
            <a:ext cx="32480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Ya teniendo el código terminado ejecutamos nuestro programa y nos muestra la ventana del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snebuilerel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cual nos indica que ingresemos datos para que se realice la operación.</a:t>
            </a:r>
          </a:p>
        </p:txBody>
      </p:sp>
    </p:spTree>
    <p:extLst>
      <p:ext uri="{BB962C8B-B14F-4D97-AF65-F5344CB8AC3E}">
        <p14:creationId xmlns:p14="http://schemas.microsoft.com/office/powerpoint/2010/main" val="1047635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F75A5-B317-434A-A2A1-2B90A9582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Inventarios-java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9D57D14-0FD2-4F1A-A765-9188B14551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47374" y="1806258"/>
            <a:ext cx="3725551" cy="2056692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3079947-72EF-43E8-92B3-CB1577C0D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040" y="1679574"/>
            <a:ext cx="3851919" cy="214598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A4C2E2A-7C03-4704-89E8-FD7E5132C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" y="1806258"/>
            <a:ext cx="3371881" cy="189261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B97ABEF-7E03-4A92-B25A-11E2D807C5C6}"/>
              </a:ext>
            </a:extLst>
          </p:cNvPr>
          <p:cNvSpPr txBox="1"/>
          <p:nvPr/>
        </p:nvSpPr>
        <p:spPr>
          <a:xfrm>
            <a:off x="4310061" y="4157901"/>
            <a:ext cx="35718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Programamos las fórmulas para evaluar pedidos, stock y costos, y acomodamos los elementos visuales en la pantalla para la entrada de datos.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3919821-68C6-4258-A19B-BCEE0E99A148}"/>
              </a:ext>
            </a:extLst>
          </p:cNvPr>
          <p:cNvSpPr txBox="1"/>
          <p:nvPr/>
        </p:nvSpPr>
        <p:spPr>
          <a:xfrm>
            <a:off x="8306433" y="4157901"/>
            <a:ext cx="35718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Ejecutamos el programa final, rellenamos las casillas con las variables solicitadas por el ejercicio y comprobamos que arrojara los resultados esperados</a:t>
            </a:r>
            <a:r>
              <a:rPr lang="es-MX" dirty="0"/>
              <a:t>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F5360C-5871-4B96-999B-5C33D29C902D}"/>
              </a:ext>
            </a:extLst>
          </p:cNvPr>
          <p:cNvSpPr txBox="1"/>
          <p:nvPr/>
        </p:nvSpPr>
        <p:spPr>
          <a:xfrm>
            <a:off x="414336" y="4019402"/>
            <a:ext cx="35718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Iniciamos un nuevo proyecto enfocado en la resolución de problemas de inventarios, nombrando correctamente cada módulo para mantener el código ordenado.</a:t>
            </a:r>
          </a:p>
        </p:txBody>
      </p:sp>
    </p:spTree>
    <p:extLst>
      <p:ext uri="{BB962C8B-B14F-4D97-AF65-F5344CB8AC3E}">
        <p14:creationId xmlns:p14="http://schemas.microsoft.com/office/powerpoint/2010/main" val="2238537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3699E-DB4C-4484-B998-EC077A408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Pruebas paramétricas-java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93978DE-922F-4CB0-A200-C4620FE42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87887" y="1690688"/>
            <a:ext cx="3423088" cy="1905287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C1E837-FA48-43F9-9E67-23233B1BD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457" y="1690687"/>
            <a:ext cx="3527085" cy="190528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C5FA6D2-35E1-47E9-B43E-DD229CA68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690687"/>
            <a:ext cx="3429000" cy="192825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004145C-AA26-40D3-B74B-07E37521624F}"/>
              </a:ext>
            </a:extLst>
          </p:cNvPr>
          <p:cNvSpPr txBox="1"/>
          <p:nvPr/>
        </p:nvSpPr>
        <p:spPr>
          <a:xfrm>
            <a:off x="4554367" y="3729514"/>
            <a:ext cx="33051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Escribimos las instrucciones necesarias para calcular el valor de la muestra y configuramos la vista gráfica para capturar la información fácil.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E6CC4FA-36DE-429B-B26A-38C4F08C2F39}"/>
              </a:ext>
            </a:extLst>
          </p:cNvPr>
          <p:cNvSpPr txBox="1"/>
          <p:nvPr/>
        </p:nvSpPr>
        <p:spPr>
          <a:xfrm>
            <a:off x="8187887" y="3838575"/>
            <a:ext cx="33051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Desplegamos la ventana del programa, metimos los datos de prueba y confirmamos que procesara las métricas estadísticas de forma correcta.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932D25-0323-44E1-942B-0EDA4D90D18E}"/>
              </a:ext>
            </a:extLst>
          </p:cNvPr>
          <p:cNvSpPr txBox="1"/>
          <p:nvPr/>
        </p:nvSpPr>
        <p:spPr>
          <a:xfrm>
            <a:off x="490537" y="3729514"/>
            <a:ext cx="33051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Creamos desde cero el programa asignando nombre a clases y paquetes y en seguida se empieza a codificar</a:t>
            </a:r>
          </a:p>
        </p:txBody>
      </p:sp>
    </p:spTree>
    <p:extLst>
      <p:ext uri="{BB962C8B-B14F-4D97-AF65-F5344CB8AC3E}">
        <p14:creationId xmlns:p14="http://schemas.microsoft.com/office/powerpoint/2010/main" val="1213397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92CACD-E3ED-4148-B9F8-C1A05970E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Análisis reporte-java</a:t>
            </a:r>
          </a:p>
        </p:txBody>
      </p:sp>
      <p:pic>
        <p:nvPicPr>
          <p:cNvPr id="4" name="Marcador de contenido 4">
            <a:extLst>
              <a:ext uri="{FF2B5EF4-FFF2-40B4-BE49-F238E27FC236}">
                <a16:creationId xmlns:a16="http://schemas.microsoft.com/office/drawing/2014/main" id="{25014AA8-3880-4FCD-A0F7-DB688690BA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7516" y="2034257"/>
            <a:ext cx="3699313" cy="2059034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F678F22-6874-4EC1-9F58-31D5C9CB7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2060529"/>
            <a:ext cx="3305175" cy="185862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FE0F8F6-E2A8-4209-A1DD-D548673B9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24" y="1960323"/>
            <a:ext cx="4004397" cy="208471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CEC50E2-FEAC-4AD6-A7AB-ED2C8CFD2F7C}"/>
              </a:ext>
            </a:extLst>
          </p:cNvPr>
          <p:cNvSpPr txBox="1"/>
          <p:nvPr/>
        </p:nvSpPr>
        <p:spPr>
          <a:xfrm>
            <a:off x="1175478" y="4349914"/>
            <a:ext cx="24154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Creamos y configuramos nuestro proyecto desde cero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F1E3FCC-38B5-4761-AFFF-2667A17780E0}"/>
              </a:ext>
            </a:extLst>
          </p:cNvPr>
          <p:cNvSpPr txBox="1"/>
          <p:nvPr/>
        </p:nvSpPr>
        <p:spPr>
          <a:xfrm>
            <a:off x="5133115" y="4349914"/>
            <a:ext cx="24154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Codificamos los métodos para calcular los promedios y revisar que no existieran errores de ejecución al momento de abrir la interfaz.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DD1DBF3-FB61-4F6D-844A-6CEE43CE67BB}"/>
              </a:ext>
            </a:extLst>
          </p:cNvPr>
          <p:cNvSpPr txBox="1"/>
          <p:nvPr/>
        </p:nvSpPr>
        <p:spPr>
          <a:xfrm>
            <a:off x="9195528" y="4146283"/>
            <a:ext cx="24154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Iniciamos el programa, cargamos los datos de prueba y verificamos que imprimiera el resumen completo en pantalla tal como se buscaba.</a:t>
            </a:r>
          </a:p>
        </p:txBody>
      </p:sp>
    </p:spTree>
    <p:extLst>
      <p:ext uri="{BB962C8B-B14F-4D97-AF65-F5344CB8AC3E}">
        <p14:creationId xmlns:p14="http://schemas.microsoft.com/office/powerpoint/2010/main" val="2586611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63574-7537-4206-9261-528F6DE35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línea de esperas-Python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9DF571B-DBF4-49AA-AA1F-E7B1C9028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81501" y="1838951"/>
            <a:ext cx="3192160" cy="1790074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68844E0-80F1-421A-9D72-03EBAA0A5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291" y="1838951"/>
            <a:ext cx="3583033" cy="201487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CF2D1FB-2B1A-4A50-BCCF-1946A9BAF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07" y="1838951"/>
            <a:ext cx="3583033" cy="201300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C58982D-25AC-4303-9A1D-52BB93DCB505}"/>
              </a:ext>
            </a:extLst>
          </p:cNvPr>
          <p:cNvSpPr txBox="1"/>
          <p:nvPr/>
        </p:nvSpPr>
        <p:spPr>
          <a:xfrm>
            <a:off x="1070703" y="3851954"/>
            <a:ext cx="30550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Como todo programa relacionado ala programación. Creamos nuestro proyecto asignándole un nombre y generamos nuestro código principal ya teniendo completado el programa ejecutamos.</a:t>
            </a:r>
          </a:p>
          <a:p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F74568A-46A1-4458-A8E5-067C68E38F7B}"/>
              </a:ext>
            </a:extLst>
          </p:cNvPr>
          <p:cNvSpPr txBox="1"/>
          <p:nvPr/>
        </p:nvSpPr>
        <p:spPr>
          <a:xfrm>
            <a:off x="4732291" y="3995678"/>
            <a:ext cx="30550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apartado se puede observar la ventana del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snebuilder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eso sígnica que se ejecuto correctamente bien el programa y únicamente nos indica que ingresemos datos.</a:t>
            </a:r>
          </a:p>
          <a:p>
            <a:endParaRPr 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9AFC473-7C5C-45F2-942A-D0A27EBBAD39}"/>
              </a:ext>
            </a:extLst>
          </p:cNvPr>
          <p:cNvSpPr txBox="1"/>
          <p:nvPr/>
        </p:nvSpPr>
        <p:spPr>
          <a:xfrm>
            <a:off x="8618575" y="3818258"/>
            <a:ext cx="30550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Para finalizar ingresamos datos, y en automático nos proporciona un resultado esto es gracias al código que se ejecuto correctamente bien.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79622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A73EE-01B6-4878-BE54-FC9DA64D3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Inventarios-Python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B139EF4-78E3-4C4D-8E4B-38B6497F4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5952" y="1838325"/>
            <a:ext cx="2701650" cy="1519238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401F1E4-B4FC-4714-8215-2D920EF98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399" y="1728739"/>
            <a:ext cx="3091401" cy="17384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D212188-281F-4979-BCD9-8A2796D84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825" y="1679816"/>
            <a:ext cx="3181350" cy="178733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0F0526D-B108-409E-B0C7-D67FABE55E29}"/>
              </a:ext>
            </a:extLst>
          </p:cNvPr>
          <p:cNvSpPr txBox="1"/>
          <p:nvPr/>
        </p:nvSpPr>
        <p:spPr>
          <a:xfrm>
            <a:off x="1266825" y="3600450"/>
            <a:ext cx="30575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Iniciamos un script nuevo en Python enfocado a la simulación de inventarios y organizamos las variables necesarias desde el inicio.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FC23CBF-800D-4FDB-8B80-E8DC1D86D58B}"/>
              </a:ext>
            </a:extLst>
          </p:cNvPr>
          <p:cNvSpPr txBox="1"/>
          <p:nvPr/>
        </p:nvSpPr>
        <p:spPr>
          <a:xfrm>
            <a:off x="9134475" y="3500438"/>
            <a:ext cx="30575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Ejecutamos el programa, ingresamos las cantidades solicitadas en la ventana y revisamos que los resultados se mostraran de forma clara.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6EC9237-BC01-42CD-9829-10487334F572}"/>
              </a:ext>
            </a:extLst>
          </p:cNvPr>
          <p:cNvSpPr txBox="1"/>
          <p:nvPr/>
        </p:nvSpPr>
        <p:spPr>
          <a:xfrm>
            <a:off x="5214399" y="3554734"/>
            <a:ext cx="30575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Escribimos las instrucciones para calcular el inventario promedio, reorden y costos, verificando que la estructura no tuviera fallas</a:t>
            </a:r>
          </a:p>
        </p:txBody>
      </p:sp>
    </p:spTree>
    <p:extLst>
      <p:ext uri="{BB962C8B-B14F-4D97-AF65-F5344CB8AC3E}">
        <p14:creationId xmlns:p14="http://schemas.microsoft.com/office/powerpoint/2010/main" val="3756066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9A4C6A-E048-4D48-8389-5CF0317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Pruebas paramétricas-Python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8991455-4B3C-476B-9487-55C5813DB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264" y="1838325"/>
            <a:ext cx="3294488" cy="1852613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6C6718E-A064-47F6-AEAB-95CBCC7D4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475" y="1838325"/>
            <a:ext cx="3652837" cy="20541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BCF2DBF-4FB1-41D2-A215-1295FF06F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711" y="1851715"/>
            <a:ext cx="3629025" cy="204073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3A18EF1-40DA-4CF6-8EDF-0159C56BD4C1}"/>
              </a:ext>
            </a:extLst>
          </p:cNvPr>
          <p:cNvSpPr txBox="1"/>
          <p:nvPr/>
        </p:nvSpPr>
        <p:spPr>
          <a:xfrm>
            <a:off x="800100" y="4191000"/>
            <a:ext cx="25431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Generamos un nuevo archivo de código en Python orientado a resolver los ejercicios de contraste de hipótesis planteados en el trabajo.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11F4E08-4B05-4BDC-B82D-BEFA24C6EAE2}"/>
              </a:ext>
            </a:extLst>
          </p:cNvPr>
          <p:cNvSpPr txBox="1"/>
          <p:nvPr/>
        </p:nvSpPr>
        <p:spPr>
          <a:xfrm>
            <a:off x="4824412" y="4054137"/>
            <a:ext cx="2543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Desarrollamos las funciones matemáticas para procesar las muestras y configuramos la interfaz visual para facilitar la captura de los datos.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0B83F3A-65FF-4A6F-A63C-7122E4FEE1F5}"/>
              </a:ext>
            </a:extLst>
          </p:cNvPr>
          <p:cNvSpPr txBox="1"/>
          <p:nvPr/>
        </p:nvSpPr>
        <p:spPr>
          <a:xfrm>
            <a:off x="9239250" y="4168437"/>
            <a:ext cx="25431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Pusimos a correr el script, metimos los datos de prueba y comprobamos que imprimiera las métricas estadísticas y la decisión sin fallos.</a:t>
            </a:r>
          </a:p>
        </p:txBody>
      </p:sp>
    </p:spTree>
    <p:extLst>
      <p:ext uri="{BB962C8B-B14F-4D97-AF65-F5344CB8AC3E}">
        <p14:creationId xmlns:p14="http://schemas.microsoft.com/office/powerpoint/2010/main" val="3225237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7D8C6-4474-478B-9CD0-B5C90A6B3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Análisis reporte-Python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E45C6FD-0020-4DE2-B39A-374AD69F2A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0074" y="1985338"/>
            <a:ext cx="3087927" cy="1736456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6AD5DF5-8DD1-43FF-9B8C-2AD696A4A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256" y="1985339"/>
            <a:ext cx="3090793" cy="173645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0E2F825-F9A2-47C1-98C1-E54396534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4" y="1798897"/>
            <a:ext cx="3419475" cy="192289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4BFCEBC-E54F-4768-8D11-5809B9C397E3}"/>
              </a:ext>
            </a:extLst>
          </p:cNvPr>
          <p:cNvSpPr txBox="1"/>
          <p:nvPr/>
        </p:nvSpPr>
        <p:spPr>
          <a:xfrm>
            <a:off x="952500" y="3706990"/>
            <a:ext cx="2952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Creamos el script final en Python destinado a juntar los resultados de los experimentos y generar el concentrado de datos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B804DEC-CB8B-4C93-B444-B20F7415DB41}"/>
              </a:ext>
            </a:extLst>
          </p:cNvPr>
          <p:cNvSpPr txBox="1"/>
          <p:nvPr/>
        </p:nvSpPr>
        <p:spPr>
          <a:xfrm>
            <a:off x="4381499" y="3721794"/>
            <a:ext cx="2952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Codificamos la parte encargada de los intervalos de confianza y afina la presentación de los reportes para que todo quedara ordenado.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0416B26-855E-43C0-9633-B7CB97232FB0}"/>
              </a:ext>
            </a:extLst>
          </p:cNvPr>
          <p:cNvSpPr txBox="1"/>
          <p:nvPr/>
        </p:nvSpPr>
        <p:spPr>
          <a:xfrm>
            <a:off x="8134350" y="3875919"/>
            <a:ext cx="2952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Lanzamos la ejecución final, cargamos la información de las réplicas y verificamos que mostrara el resumen global del ejercicio en pantalla.</a:t>
            </a:r>
          </a:p>
        </p:txBody>
      </p:sp>
    </p:spTree>
    <p:extLst>
      <p:ext uri="{BB962C8B-B14F-4D97-AF65-F5344CB8AC3E}">
        <p14:creationId xmlns:p14="http://schemas.microsoft.com/office/powerpoint/2010/main" val="648445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947E7-3C6F-4869-BE64-17B6600E7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línea de esperas-r estudio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CE6346E-2673-4B71-A54A-73A9190CB1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91500" y="2318146"/>
            <a:ext cx="3657693" cy="2047691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98A8E4E-5FD2-4DEA-9011-7CA73B001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1" y="2318146"/>
            <a:ext cx="3472138" cy="195251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6D5CBF5-6B2C-4180-BC9C-3E16E6BFD8E4}"/>
              </a:ext>
            </a:extLst>
          </p:cNvPr>
          <p:cNvSpPr txBox="1"/>
          <p:nvPr/>
        </p:nvSpPr>
        <p:spPr>
          <a:xfrm>
            <a:off x="809625" y="4457700"/>
            <a:ext cx="2381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Creamos nuestro proyecto generando código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25CF7DB-3653-4A0A-82C3-C72378F8C6D6}"/>
              </a:ext>
            </a:extLst>
          </p:cNvPr>
          <p:cNvSpPr txBox="1"/>
          <p:nvPr/>
        </p:nvSpPr>
        <p:spPr>
          <a:xfrm>
            <a:off x="3826531" y="4444290"/>
            <a:ext cx="34721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Ya teniendo terminado nutro código ejecutamos y se despliega la ventana donde indica que ingresemos datos. Para que ver el proceso. Y resultado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D24207F-2328-4119-9DDC-77286AEC4F53}"/>
              </a:ext>
            </a:extLst>
          </p:cNvPr>
          <p:cNvSpPr txBox="1"/>
          <p:nvPr/>
        </p:nvSpPr>
        <p:spPr>
          <a:xfrm>
            <a:off x="7934325" y="4762500"/>
            <a:ext cx="39148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Como parte final, ingresamos datos ya sea números o letras conforme ala estructura del código.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Ingresamos los datos solicitados y en un momento se puede observar el resultado de la operación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00FD417-37CE-4328-A33F-BAB3FFE9F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2" y="2318146"/>
            <a:ext cx="3396897" cy="190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463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31F47B-7096-47F8-8589-5777DC7D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Inventarios-r estudio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DB8479E-7A2F-4C58-9653-585F181ED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8777" y="1634727"/>
            <a:ext cx="3730650" cy="2097882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1D77D0D-F0FE-4173-8A24-87CA011AA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899" y="1513325"/>
            <a:ext cx="4162425" cy="234068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BDC243D-DF57-48E2-A66B-C96794CDF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00028"/>
            <a:ext cx="3436695" cy="193258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63E728E-EDBE-4AD2-80A4-6E44A4A5C5DA}"/>
              </a:ext>
            </a:extLst>
          </p:cNvPr>
          <p:cNvSpPr txBox="1"/>
          <p:nvPr/>
        </p:nvSpPr>
        <p:spPr>
          <a:xfrm>
            <a:off x="200025" y="4337685"/>
            <a:ext cx="34366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Creamos una nueva hoja de trabajo en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RStudio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dedicada al tema de inventarios para organizar los algoritmos necesarios desde cero.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187F11-C7CB-4F5B-BC0E-E6F63C1DD2BA}"/>
              </a:ext>
            </a:extLst>
          </p:cNvPr>
          <p:cNvSpPr txBox="1"/>
          <p:nvPr/>
        </p:nvSpPr>
        <p:spPr>
          <a:xfrm>
            <a:off x="4205452" y="4199186"/>
            <a:ext cx="34366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Programamos las funciones que calculan las órdenes y faltantes, revisando que la ventana gráfica se desplegara correctamente al correr el script.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02C8A53-ADDF-4A0E-BD52-BC03E6F0A0A4}"/>
              </a:ext>
            </a:extLst>
          </p:cNvPr>
          <p:cNvSpPr txBox="1"/>
          <p:nvPr/>
        </p:nvSpPr>
        <p:spPr>
          <a:xfrm>
            <a:off x="8833485" y="4244820"/>
            <a:ext cx="34366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Hicimos la prueba de ejecución, introdujimos las cantidades del ejercicio y confirmamos que mostrara los costos e indicadores de manera clara.</a:t>
            </a:r>
          </a:p>
        </p:txBody>
      </p:sp>
    </p:spTree>
    <p:extLst>
      <p:ext uri="{BB962C8B-B14F-4D97-AF65-F5344CB8AC3E}">
        <p14:creationId xmlns:p14="http://schemas.microsoft.com/office/powerpoint/2010/main" val="676509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91151-1CCC-49AF-929B-F8D036378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Pruebas paramétricas-r estudio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DA03DDB-077B-457C-9054-2E287ACD9F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534" y="1529714"/>
            <a:ext cx="3938142" cy="2214563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9DD6519-4EA6-4F48-97DC-FE52FD33A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755" y="1635373"/>
            <a:ext cx="3562350" cy="200324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EFAF137-825F-46FA-8F8A-666129D1C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938" y="1696971"/>
            <a:ext cx="3343275" cy="188004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C334D5C-F525-41BC-9736-96FA6C9BC4D9}"/>
              </a:ext>
            </a:extLst>
          </p:cNvPr>
          <p:cNvSpPr txBox="1"/>
          <p:nvPr/>
        </p:nvSpPr>
        <p:spPr>
          <a:xfrm>
            <a:off x="578534" y="3850958"/>
            <a:ext cx="32649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Generamos el archivo de código en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RStudio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para resolver los casos de análisis estadístico planteados en el banco de ejercicios.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BDA8ED2-9CAD-4368-9019-FFB7F871914C}"/>
              </a:ext>
            </a:extLst>
          </p:cNvPr>
          <p:cNvSpPr txBox="1"/>
          <p:nvPr/>
        </p:nvSpPr>
        <p:spPr>
          <a:xfrm>
            <a:off x="4571115" y="3683701"/>
            <a:ext cx="32649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Escribimos la lógica para determinar las medias y el valor , afinando la estructura de captura de datos para evitar advertencias en la consola.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E38D135-6106-4CFB-9C5A-1C0539785605}"/>
              </a:ext>
            </a:extLst>
          </p:cNvPr>
          <p:cNvSpPr txBox="1"/>
          <p:nvPr/>
        </p:nvSpPr>
        <p:spPr>
          <a:xfrm>
            <a:off x="8165002" y="4003358"/>
            <a:ext cx="32649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Pusimos en marcha el programa, ingresamos la muestra asignada y verificamos que arrojara la decisión estadística y el p-valor de forma precisa.</a:t>
            </a:r>
          </a:p>
        </p:txBody>
      </p:sp>
    </p:spTree>
    <p:extLst>
      <p:ext uri="{BB962C8B-B14F-4D97-AF65-F5344CB8AC3E}">
        <p14:creationId xmlns:p14="http://schemas.microsoft.com/office/powerpoint/2010/main" val="1780452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B535C-8B9F-4E75-A260-65904EEE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Análisis reporte-r estudio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5ED622A-7432-4EE8-81F4-4E0753A783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4875" y="2248485"/>
            <a:ext cx="3567769" cy="2004427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0CEE0ED-5DB3-4AB7-A99D-1C1B23552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101" y="2248485"/>
            <a:ext cx="3534708" cy="2004427"/>
          </a:xfrm>
          <a:prstGeom prst="rect">
            <a:avLst/>
          </a:prstGeom>
        </p:spPr>
      </p:pic>
      <p:pic>
        <p:nvPicPr>
          <p:cNvPr id="7" name="Marcador de contenido 4">
            <a:extLst>
              <a:ext uri="{FF2B5EF4-FFF2-40B4-BE49-F238E27FC236}">
                <a16:creationId xmlns:a16="http://schemas.microsoft.com/office/drawing/2014/main" id="{A47DCD42-44F9-47EB-BCFC-A1493F9FC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206489"/>
            <a:ext cx="3986374" cy="224168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AF3AC5B-1D78-4E3E-95D6-E0E38F8ADFE4}"/>
              </a:ext>
            </a:extLst>
          </p:cNvPr>
          <p:cNvSpPr txBox="1"/>
          <p:nvPr/>
        </p:nvSpPr>
        <p:spPr>
          <a:xfrm>
            <a:off x="767559" y="4866640"/>
            <a:ext cx="3647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iniciamos la última práctica en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RStudio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abriendo un script orientado a concentrar todos los resultados de las simulaciones del ejercicio.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012E9BE-F9E5-49FC-83FF-4947007C5345}"/>
              </a:ext>
            </a:extLst>
          </p:cNvPr>
          <p:cNvSpPr txBox="1"/>
          <p:nvPr/>
        </p:nvSpPr>
        <p:spPr>
          <a:xfrm>
            <a:off x="8445204" y="4626880"/>
            <a:ext cx="3647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Corrimos la aplicación por última vez, cargamos las réplicas requeridas y confirmamos que el reporte final se imprimiera sin errores.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1AB1334-A1B6-40BF-9F41-F6301122B25E}"/>
              </a:ext>
            </a:extLst>
          </p:cNvPr>
          <p:cNvSpPr txBox="1"/>
          <p:nvPr/>
        </p:nvSpPr>
        <p:spPr>
          <a:xfrm>
            <a:off x="4606381" y="4795520"/>
            <a:ext cx="3647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Desarrollamos el código encargado de computar los promedios e intervalos de confianza, asegurando que la interfaz mostrara la información ordenada.</a:t>
            </a:r>
          </a:p>
        </p:txBody>
      </p:sp>
    </p:spTree>
    <p:extLst>
      <p:ext uri="{BB962C8B-B14F-4D97-AF65-F5344CB8AC3E}">
        <p14:creationId xmlns:p14="http://schemas.microsoft.com/office/powerpoint/2010/main" val="3579159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A1F63-335D-4D0E-9796-4F7BA1D37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</a:t>
            </a:r>
            <a:br>
              <a:rPr lang="es-MX" dirty="0"/>
            </a:br>
            <a:r>
              <a:rPr lang="es-MX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62DB3D-9692-4EE3-ABA9-B9E0F5C71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Desarrollar este banco de ejercicios nos permite poner a prueba la teoría en escenarios de simulación más concretos y observar cómo varía la solución entre diferentes lenguajes. Trabajar con Java nos dio una visión más formal y estructurada del código, Python nos ofreció rapidez y simplicidad para ejecutar las funciones, 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RStudio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facilitó la parte del procesamiento estadístico.</a:t>
            </a:r>
          </a:p>
        </p:txBody>
      </p:sp>
    </p:spTree>
    <p:extLst>
      <p:ext uri="{BB962C8B-B14F-4D97-AF65-F5344CB8AC3E}">
        <p14:creationId xmlns:p14="http://schemas.microsoft.com/office/powerpoint/2010/main" val="1330662159"/>
      </p:ext>
    </p:extLst>
  </p:cSld>
  <p:clrMapOvr>
    <a:masterClrMapping/>
  </p:clrMapOvr>
</p:sld>
</file>

<file path=ppt/theme/theme1.xml><?xml version="1.0" encoding="utf-8"?>
<a:theme xmlns:a="http://schemas.openxmlformats.org/drawingml/2006/main" name="Distintivo">
  <a:themeElements>
    <a:clrScheme name="Distintiv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Distintiv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stintiv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339</TotalTime>
  <Words>1073</Words>
  <Application>Microsoft Office PowerPoint</Application>
  <PresentationFormat>Panorámica</PresentationFormat>
  <Paragraphs>77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Gill Sans MT</vt:lpstr>
      <vt:lpstr>Impact</vt:lpstr>
      <vt:lpstr>Distintivo</vt:lpstr>
      <vt:lpstr>  </vt:lpstr>
      <vt:lpstr>Introducción </vt:lpstr>
      <vt:lpstr>Justificación </vt:lpstr>
      <vt:lpstr>línea de esperas-java</vt:lpstr>
      <vt:lpstr>Inventarios-java</vt:lpstr>
      <vt:lpstr>Pruebas paramétricas-java</vt:lpstr>
      <vt:lpstr>Análisis reporte-java</vt:lpstr>
      <vt:lpstr>línea de esperas-Python</vt:lpstr>
      <vt:lpstr>Inventarios-Python</vt:lpstr>
      <vt:lpstr>Pruebas paramétricas-Python</vt:lpstr>
      <vt:lpstr>Análisis reporte-Python</vt:lpstr>
      <vt:lpstr>línea de esperas-r estudio</vt:lpstr>
      <vt:lpstr>Inventarios-r estudio</vt:lpstr>
      <vt:lpstr>Pruebas paramétricas-r estudio</vt:lpstr>
      <vt:lpstr>Análisis reporte-r estudio</vt:lpstr>
      <vt:lpstr>Conclusión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Brayan</dc:creator>
  <cp:lastModifiedBy>Brayan</cp:lastModifiedBy>
  <cp:revision>20</cp:revision>
  <dcterms:created xsi:type="dcterms:W3CDTF">2026-10-02T01:46:31Z</dcterms:created>
  <dcterms:modified xsi:type="dcterms:W3CDTF">2026-10-05T03:33:30Z</dcterms:modified>
</cp:coreProperties>
</file>